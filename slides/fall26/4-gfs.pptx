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422" r:id="rId2"/>
    <p:sldId id="426" r:id="rId3"/>
    <p:sldId id="481" r:id="rId4"/>
    <p:sldId id="467" r:id="rId5"/>
    <p:sldId id="477" r:id="rId6"/>
    <p:sldId id="478" r:id="rId7"/>
    <p:sldId id="479" r:id="rId8"/>
    <p:sldId id="428" r:id="rId10"/>
    <p:sldId id="483" r:id="rId9"/>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58"/>
    <p:sldId id="470" r:id="rId32"/>
    <p:sldId id="448" r:id="rId33"/>
    <p:sldId id="482" r:id="rId34"/>
    <p:sldId id="449" r:id="rId35"/>
    <p:sldId id="450" r:id="rId36"/>
    <p:sldId id="451" r:id="rId37"/>
    <p:sldId id="471" r:id="rId38"/>
    <p:sldId id="472" r:id="rId39"/>
    <p:sldId id="452" r:id="rId40"/>
    <p:sldId id="453" r:id="rId41"/>
    <p:sldId id="454" r:id="rId42"/>
    <p:sldId id="465" r:id="rId43"/>
    <p:sldId id="455" r:id="rId44"/>
    <p:sldId id="457" r:id="rId45"/>
    <p:sldId id="473" r:id="rId46"/>
    <p:sldId id="475" r:id="rId47"/>
    <p:sldId id="476" r:id="rId48"/>
    <p:sldId id="459" r:id="rId49"/>
    <p:sldId id="466" r:id="rId50"/>
    <p:sldId id="46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03"/>
    <p:restoredTop sz="65066"/>
  </p:normalViewPr>
  <p:slideViewPr>
    <p:cSldViewPr snapToGrid="0">
      <p:cViewPr varScale="1">
        <p:scale>
          <a:sx n="79" d="100"/>
          <a:sy n="79" d="100"/>
        </p:scale>
        <p:origin x="15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a:t>
            </a:r>
          </a:p>
          <a:p>
            <a:endParaRPr lang="en-US" dirty="0"/>
          </a:p>
          <a:p>
            <a:r>
              <a:rPr lang="en-US" dirty="0"/>
              <a:t>First, when data is spread and replicated across machines that fail, how can the system keep the data correct? The next slide states the behavior we would ideally like, and the following slides show why naive replication cannot provide it.</a:t>
            </a:r>
          </a:p>
          <a:p>
            <a:endParaRPr lang="en-US" dirty="0"/>
          </a:p>
          <a:p>
            <a:r>
              <a:rPr lang="en-US" dirty="0"/>
              <a:t>Second, what performance cost must we pay to obtain that correctness? Coordinating replicas can preserve the illusion of one correct server, but the extra messages and waiting increase latency and can reduce throughput.</a:t>
            </a:r>
          </a:p>
          <a:p>
            <a:endParaRPr lang="en-US" dirty="0"/>
          </a:p>
          <a:p>
            <a:r>
              <a:rPr lang="en-US" dirty="0"/>
              <a:t>GFS answers both questions by choosing consistency guarantees and protocols that fit Google's workloads.</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This slide makes the chain explicit. We need fault tolerance because machines fail. Fault tolerance requires replication: keep multiple copies and use a surviving copy when another one fails.</a:t>
            </a:r>
          </a:p>
          <a:p>
            <a:endParaRPr lang="en-US" dirty="0"/>
          </a:p>
          <a:p>
            <a:r>
              <a:rPr lang="en-US" dirty="0"/>
              <a:t>But replication changes the correctness problem. Writes can reach the copies in different orders, or a server can fail partway through an update. The replicas may then contain different data.</a:t>
            </a:r>
          </a:p>
          <a:p>
            <a:endParaRPr lang="en-US" dirty="0"/>
          </a:p>
          <a:p>
            <a:r>
              <a:rPr lang="en-US" dirty="0"/>
              <a:t>Stronger consistency requires the replicas to coordinate on an order and wait for enough copies. That coordination adds messages and waiting, so it increases latency and can reduce throughput.</a:t>
            </a:r>
          </a:p>
          <a:p>
            <a:endParaRPr lang="en-US" dirty="0"/>
          </a:p>
          <a:p>
            <a:r>
              <a:rPr lang="en-US" dirty="0"/>
              <a:t>This is the tradeoff that motivates the rest of the lecture: how do we keep replicated data correct, and how much performance are we willing to pay for that correctness?</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notesSlide" Target="../notesSlides/notesSlide51.x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dirty="0" b="1"/>
              <a:t>How can data remain correct when it is spread across machines that fail?</a:t>
            </a:r>
          </a:p>
          <a:p>
            <a:endParaRPr lang="en-US" sz="3200" dirty="0"/>
          </a:p>
          <a:p>
            <a:r>
              <a:rPr lang="en-US" sz="3200" dirty="0" b="1"/>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2400" dirty="0"/>
              <a:t>Fault tolerance requires replication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Replication risks inconsistency</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Consistency requires coordination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Coordination lowers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dirty="0" b="1">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1721</TotalTime>
  <Words>12936</Words>
  <Application>Microsoft Macintosh PowerPoint</Application>
  <PresentationFormat>Widescreen</PresentationFormat>
  <Paragraphs>1153</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40</cp:revision>
  <dcterms:created xsi:type="dcterms:W3CDTF">2026-02-04T02:27:39Z</dcterms:created>
  <dcterms:modified xsi:type="dcterms:W3CDTF">2026-09-16T19:19:31Z</dcterms:modified>
</cp:coreProperties>
</file>