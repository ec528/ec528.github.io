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 that will organize the rest of this lecture.</a:t>
            </a:r>
          </a:p>
          <a:p>
            <a:endParaRPr lang="en-US" dirty="0"/>
          </a:p>
          <a:p>
            <a:r>
              <a:rPr lang="en-US" dirty="0"/>
              <a:t>The first is a correctness question. Once data is split and replicated across machines, and those machines can fail independently, what does it mean for the storage system to return the correct result? Before we look at GFS, we need a simple reference model for the behavior we would ideally like. The next slide uses the most intuitive model: even though the implementation contains many machines and many copies, applications should be able to reason as if they were talking to one correct server.</a:t>
            </a:r>
          </a:p>
          <a:p>
            <a:endParaRPr lang="en-US" dirty="0"/>
          </a:p>
          <a:p>
            <a:r>
              <a:rPr lang="en-US" dirty="0"/>
              <a:t>The second is a performance question. How much coordination do we need to preserve that illusion? If replicas must agree on every operation before replying, the system adds messages, waits for other machines, and may have to stop when one of them is slow or unreachable. Those costs sit directly on the path of every read or write.</a:t>
            </a:r>
          </a:p>
          <a:p>
            <a:endParaRPr lang="en-US" dirty="0"/>
          </a:p>
          <a:p>
            <a:r>
              <a:rPr lang="en-US" dirty="0"/>
              <a:t>These questions are connected. Better coordination usually gives applications simpler behavior, but it costs performance and availability during failures. GFS does not pay the full cost of the strongest possible behavior. It chooses guarantees that match Google's workloads. First, however, let us make the ideal behavior concrete.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Before we discuss replication, establish the behavior we would ideally like the storage system to provide.</a:t>
            </a:r>
          </a:p>
          <a:p>
            <a:endParaRPr lang="en-US" dirty="0"/>
          </a:p>
          <a:p>
            <a:r>
              <a:rPr lang="en-US" dirty="0"/>
              <a:t>The intuitive goal is a single-server illusion. The implementation may contain hundreds of machines and several copies of the data, but from the application's point of view, it should behave like one correct machine with one copy of the data.</a:t>
            </a:r>
          </a:p>
          <a:p>
            <a:endParaRPr lang="en-US" dirty="0"/>
          </a:p>
          <a:p>
            <a:r>
              <a:rPr lang="en-US" dirty="0"/>
              <a:t>For this simplified model, imagine that the machine is single-threaded. Many clients may send requests concurrently, but the machine performs only one operation at a time. It chooses one request, runs that request to completion, and then starts the next request. A read therefore observes the effects of all the writes that came before it in the order chosen by the machine.</a:t>
            </a:r>
          </a:p>
          <a:p>
            <a:endParaRPr lang="en-US" dirty="0"/>
          </a:p>
          <a:p>
            <a:r>
              <a:rPr lang="en-US" dirty="0"/>
              <a:t>The important point is that concurrent requests still have to be placed into some order. We may not know that order in advance, and the clients may not be able to determine it from network timing. The machine is allowed to choose either request first. Once it chooses, however, all later results must remain consistent with that one choice.</a:t>
            </a:r>
          </a:p>
          <a:p>
            <a:endParaRPr lang="en-US" dirty="0"/>
          </a:p>
          <a:p>
            <a:r>
              <a:rPr lang="en-US" dirty="0"/>
              <a:t>This gives us a practical test for the examples that follow: could one correct machine, executing one request at a time, have produced everything the clients observed? We do not require one predetermined answer for concurrent requests. We require that all the answers fit one possible sequential order.</a:t>
            </a:r>
          </a:p>
          <a:p>
            <a:endParaRPr lang="en-US" dirty="0"/>
          </a:p>
          <a:p>
            <a:r>
              <a:rPr lang="en-US" dirty="0"/>
              <a:t>The next slide applies that test to two concurrent writes and two later reads.</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Now consider the simplest replication design we might try.</a:t>
            </a:r>
          </a:p>
          <a:p>
            <a:endParaRPr lang="en-US" dirty="0"/>
          </a:p>
          <a:p>
            <a:r>
              <a:rPr lang="en-US" dirty="0"/>
              <a:t>We keep two servers, and each server stores a complete copy of the data. The goal is fault tolerance: if either server fails, the other still has the data. Therefore every write has to be applied to both copies. At the same time, a read should be able to use either server by itself. If every read had to consult both servers, losing one server would make the system unavailable and replication would not have achieved its purpose.</a:t>
            </a:r>
          </a:p>
          <a:p>
            <a:endParaRPr lang="en-US" dirty="0"/>
          </a:p>
          <a:p>
            <a:r>
              <a:rPr lang="en-US" dirty="0"/>
              <a:t>The tempting protocol is exactly what this slide shows. The client sends the update independently to both servers, and each server applies the update when it arrives. If the two copies start in the same state and receive the same operations, it seems that they should remain identical.</a:t>
            </a:r>
          </a:p>
          <a:p>
            <a:endParaRPr lang="en-US" dirty="0"/>
          </a:p>
          <a:p>
            <a:r>
              <a:rPr lang="en-US" dirty="0"/>
              <a:t>The hidden assumption is that the servers will apply concurrent operations in the same order. Nothing in this protocol enforces that assumption. The network can deliver messages to server 1 in one order and to server 2 in the opposite order. Each server may individually behave like a perfectly reasonable single server, yet the two final copies can still disagree because they chose different legal orders.</a:t>
            </a:r>
          </a:p>
          <a:p>
            <a:endParaRPr lang="en-US" dirty="0"/>
          </a:p>
          <a:p>
            <a:r>
              <a:rPr lang="en-US" dirty="0"/>
              <a:t>There is no common authority here that decides the order, and the replicas do not communicate before applying the writes. Once they diverge, a read can return a different value depending on which server it contacts. A failover can even make the visible value change without any new write. The next slide traces that failure using two clients that write the same data concurrently.</a:t>
            </a:r>
          </a:p>
          <a:p>
            <a:endParaRPr lang="en-US" dirty="0"/>
          </a:p>
          <a:p>
            <a:r>
              <a:rPr lang="en-US" dirty="0"/>
              <a:t>Fixing the design requires some mechanism that establishes one order: for example, a primary that orders the mutations, plus communication that makes the other replicas follow that order. That is the coordination cost introduced on the previous slide. GFS uses a primary for each chunk, but its exact guarantees still depend on what happens when a mutation reaches only some replicas.</a:t>
            </a:r>
          </a:p>
          <a:p>
            <a:endParaRPr lang="en-US" dirty="0"/>
          </a:p>
          <a:p>
            <a:r>
              <a:rPr lang="en-US" dirty="0"/>
              <a:t>SOURCE
MIT 6.824, Spring 2020, Lecture 3 transcript/video, 10:47–12:29.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This slide is the bridge from the broken design to the paper.</a:t>
            </a:r>
          </a:p>
          <a:p>
            <a:r>
              <a:rPr lang="en-US" dirty="0"/>
              <a:t>The design on the previous slides failed for one reason: no component decided the order in which the replicas applied the writes. Every possible repair has to supply that missing decision.</a:t>
            </a:r>
          </a:p>
          <a:p>
            <a:r>
              <a:rPr lang="en-US" dirty="0"/>
              <a:t>Supplying it costs something. The servers have to exchange more messages, the protocol becomes more complicated, and a write cannot be reported as finished until the replicas have agreed. That waiting is the performance price, and it is the answer to the second question on the Two Questions slide.</a:t>
            </a:r>
          </a:p>
          <a:p>
            <a:r>
              <a:rPr lang="en-US" dirty="0"/>
              <a:t>Because the price is real, there is no single answer. There is a range of designs offering different strengths of guarantee, and a matching range of anomalies that people are willing to live with.</a:t>
            </a:r>
          </a:p>
          <a:p>
            <a:r>
              <a:rPr lang="en-US" dirty="0"/>
              <a:t>GFS sits at a deliberate point on that range: much better than the design we just took apart, and knowingly not perfect. Where exactly it sits, and why Google was willing to accept that, is the rest of the lecture.</a:t>
            </a:r>
          </a:p>
          <a:p>
            <a:r>
              <a:rPr lang="en-US" dirty="0"/>
              <a:t>Do not give the mechanism here. Leases, a primary, and how the primary orders mutations come later; at this point the class only needs to know that a fix exists and that it is paid for.</a:t>
            </a:r>
          </a:p>
          <a:p>
            <a:r>
              <a:rPr lang="en-US" dirty="0"/>
              <a:t>SOURCE</a:t>
            </a:r>
          </a:p>
          <a:p>
            <a:r>
              <a:rPr lang="en-US" dirty="0"/>
              <a:t>MIT 6.824, Spring 2020, Lecture 3 video, 14:07-15:00.</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Do this one as a question to the class before clicking.</a:t>
            </a:r>
          </a:p>
          <a:p>
            <a:endParaRPr lang="en-US" dirty="0"/>
          </a:p>
          <a:p>
            <a:r>
              <a:rPr lang="en-US" dirty="0"/>
              <a:t>Set up the top half. Client 1 writes x equals 1, and client 2 writes x equals 2 at the same time. After both writes have completed, client 3 and client 4 each read x. Ask the class: what are the readers allowed to see?</a:t>
            </a:r>
          </a:p>
          <a:p>
            <a:endParaRPr lang="en-US" dirty="0"/>
          </a:p>
          <a:p>
            <a:r>
              <a:rPr lang="en-US" dirty="0"/>
              <a:t>There is not enough information to say which write the machine processed first. The two writes overlap, so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Then click. The first two cards are both allowed. Strong consistency does not promise which concurrent write wins. It promises that every result can be explained by one order chosen by the machine.</a:t>
            </a:r>
          </a:p>
          <a:p>
            <a:endParaRPr lang="en-US" dirty="0"/>
          </a:p>
          <a:p>
            <a:r>
              <a:rPr lang="en-US" dirty="0"/>
              <a:t>The third card is not allowed. If client 3 reads 1 while client 4 reads 2 after both writes have finished, the two observations cannot both fit the same final order. One of the writes would have to be last, and without another intervening write, both later readers should see the value produced by that same last write.</a:t>
            </a:r>
          </a:p>
          <a:p>
            <a:endParaRPr lang="en-US" dirty="0"/>
          </a:p>
          <a:p>
            <a:r>
              <a:rPr lang="en-US" dirty="0"/>
              <a:t>This is the sentence to leave them with: consistency is not a claim about one particular value that must come back. It is a claim that everything the clients observed can be explained by one coherent order.</a:t>
            </a:r>
          </a:p>
          <a:p>
            <a:endParaRPr lang="en-US" dirty="0"/>
          </a:p>
          <a:p>
            <a:r>
              <a:rPr lang="en-US" dirty="0"/>
              <a:t>This is also the last slide on which that ideal is free. One correct machine naturally chooses one order, but one machine has poor fault tolerance. If it or its disk fails, the data is unavailable. We therefore replicate the data, and the next two slides show how a naive replication design loses this single-machine behavior.</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The replicas disagreed because nobody chose an order</a:t>
            </a:r>
          </a:p>
          <a:p>
            <a:pPr marL="914400" indent="-457200">
              <a:buFont typeface="Arial" panose="020B0604020202020204" pitchFamily="34" charset="0"/>
              <a:buChar char="•"/>
            </a:pPr>
            <a:r>
              <a:rPr lang="en-US" sz="2800" b="0" dirty="0"/>
              <a:t>Each server applied the writes in the order the network happened to deliver them</a:t>
            </a:r>
          </a:p>
          <a:p>
            <a:pPr marL="914400" indent="-457200">
              <a:buFont typeface="Arial" panose="020B0604020202020204" pitchFamily="34" charset="0"/>
              <a:buChar char="•"/>
            </a:pPr>
            <a:r>
              <a:rPr lang="en-US" sz="2800" b="0" dirty="0"/>
              <a:t>Any fix has to make all replicas agree on one order</a:t>
            </a:r>
          </a:p>
          <a:p>
            <a:pPr marL="457200"/>
            <a:endParaRPr lang="en-US" sz="2800" b="0" dirty="0"/>
          </a:p>
          <a:p>
            <a:r>
              <a:rPr lang="en-US" sz="3200" b="1" dirty="0"/>
              <a:t>Agreement is not free</a:t>
            </a:r>
          </a:p>
          <a:p>
            <a:pPr marL="914400" indent="-457200">
              <a:buFont typeface="Arial" panose="020B0604020202020204" pitchFamily="34" charset="0"/>
              <a:buChar char="•"/>
            </a:pPr>
            <a:r>
              <a:rPr lang="en-US" sz="2800" b="0" dirty="0"/>
              <a:t>More messages between the servers, and a more complicated protocol</a:t>
            </a:r>
          </a:p>
          <a:p>
            <a:pPr marL="914400" indent="-457200">
              <a:buFont typeface="Arial" panose="020B0604020202020204" pitchFamily="34" charset="0"/>
              <a:buChar char="•"/>
            </a:pPr>
            <a:r>
              <a:rPr lang="en-US" sz="2800" b="0" dirty="0"/>
              <a:t>A write is not done until the replicas agree, so clients wait longer</a:t>
            </a:r>
          </a:p>
          <a:p>
            <a:pPr marL="457200"/>
            <a:endParaRPr lang="en-US" sz="2800" b="0" dirty="0"/>
          </a:p>
          <a:p>
            <a:r>
              <a:rPr lang="en-US" sz="3200" b="1" dirty="0"/>
              <a:t>So there is no single answer, but a range of designs</a:t>
            </a:r>
          </a:p>
          <a:p>
            <a:pPr marL="914400" indent="-457200">
              <a:buFont typeface="Arial" panose="020B0604020202020204" pitchFamily="34" charset="0"/>
              <a:buChar char="•"/>
            </a:pPr>
            <a:r>
              <a:rPr lang="en-US" sz="2800" b="0" dirty="0"/>
              <a:t>Stronger consistency: more coordination, lower performance</a:t>
            </a:r>
          </a:p>
          <a:p>
            <a:pPr marL="914400" indent="-457200">
              <a:buFont typeface="Arial" panose="020B0604020202020204" pitchFamily="34" charset="0"/>
              <a:buChar char="•"/>
            </a:pPr>
            <a:r>
              <a:rPr lang="en-US" sz="2800" b="0" dirty="0"/>
              <a:t>Weaker consistency: less coordination, and anomalies the application must handle</a:t>
            </a:r>
          </a:p>
          <a:p>
            <a:pPr marL="457200"/>
            <a:endParaRPr lang="en-US" sz="2800" b="0" dirty="0"/>
          </a:p>
          <a:p>
            <a:r>
              <a:rPr lang="en-US" sz="3200" b="1" dirty="0"/>
              <a:t>GFS picks a point on this range: better than this design,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53</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